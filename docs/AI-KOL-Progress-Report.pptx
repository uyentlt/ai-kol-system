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212848"/>
            <a:ext cx="1371600" cy="54864"/>
          </a:xfrm>
          <a:prstGeom prst="rect">
            <a:avLst/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4871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AI-KOL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5643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AEC0E4"/>
                </a:solidFill>
                <a:latin typeface="Segoe UI"/>
              </a:rPr>
              <a:t>Progress Report — Voice Cloning &amp; Realtime Lip-Sync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24528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8D9DBE"/>
                </a:solidFill>
                <a:latin typeface="Segoe UI"/>
              </a:rPr>
              <a:t>Local-first virtual influencer pipeline  ·  RTX 5070 (12 GB)  ·  2026-08-03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Voice + lip-sync are working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17904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1636776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84832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KOL personas defined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517904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59987" y="1636776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8A4C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9987" y="2084832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voices fine-tuned &amp;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1517904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15302" y="1636776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28.7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302" y="2084832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training corpus (304 clips)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313" y="1517904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70617" y="1636776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8A4C"/>
                </a:solidFill>
                <a:latin typeface="Segoe UI"/>
              </a:rPr>
              <a:t>707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617" y="2084832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TTS first-chunk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98064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F5FD0"/>
                </a:solidFill>
                <a:latin typeface="Segoe UI"/>
              </a:rPr>
              <a:t>▪  </a:t>
            </a:r>
            <a:r>
              <a:rPr sz="1300" b="1">
                <a:solidFill>
                  <a:srgbClr val="14171A"/>
                </a:solidFill>
                <a:latin typeface="Segoe UI"/>
              </a:rPr>
              <a:t>Two of four pipeline layers are complete. </a:t>
            </a:r>
            <a:r>
              <a:rPr sz="1300">
                <a:solidFill>
                  <a:srgbClr val="666E78"/>
                </a:solidFill>
                <a:latin typeface="Segoe UI"/>
              </a:rPr>
              <a:t>Text now becomes a lip-synced video of a talking avatar speaking in a purpose-built cloned voice — fully local, no paid API.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5643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F5FD0"/>
                </a:solidFill>
                <a:latin typeface="Segoe UI"/>
              </a:rPr>
              <a:t>▪  </a:t>
            </a:r>
            <a:r>
              <a:rPr sz="1300" b="1">
                <a:solidFill>
                  <a:srgbClr val="14171A"/>
                </a:solidFill>
                <a:latin typeface="Segoe UI"/>
              </a:rPr>
              <a:t>The voice is verified, not assumed. </a:t>
            </a:r>
            <a:r>
              <a:rPr sz="1300">
                <a:solidFill>
                  <a:srgbClr val="666E78"/>
                </a:solidFill>
                <a:latin typeface="Segoe UI"/>
              </a:rPr>
              <a:t>Synthesis was checked by transcribing the output back with ASR and comparing to the input text, in both Chinese and English.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14800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F5FD0"/>
                </a:solidFill>
                <a:latin typeface="Segoe UI"/>
              </a:rPr>
              <a:t>▪  </a:t>
            </a:r>
            <a:r>
              <a:rPr sz="1300" b="1">
                <a:solidFill>
                  <a:srgbClr val="14171A"/>
                </a:solidFill>
                <a:latin typeface="Segoe UI"/>
              </a:rPr>
              <a:t>No real person's voice was cloned. </a:t>
            </a:r>
            <a:r>
              <a:rPr sz="1300">
                <a:solidFill>
                  <a:srgbClr val="666E78"/>
                </a:solidFill>
                <a:latin typeface="Segoe UI"/>
              </a:rPr>
              <a:t>The timbre is synthesized, then locked in by fine-tuning — so the KOL owns a voice that never belonged to anybody.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73168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F5FD0"/>
                </a:solidFill>
                <a:latin typeface="Segoe UI"/>
              </a:rPr>
              <a:t>▪  </a:t>
            </a:r>
            <a:r>
              <a:rPr sz="1300" b="1">
                <a:solidFill>
                  <a:srgbClr val="14171A"/>
                </a:solidFill>
                <a:latin typeface="Segoe UI"/>
              </a:rPr>
              <a:t>Most of the effort went into environment blockers, </a:t>
            </a:r>
            <a:r>
              <a:rPr sz="1300">
                <a:solidFill>
                  <a:srgbClr val="666E78"/>
                </a:solidFill>
                <a:latin typeface="Segoe UI"/>
              </a:rPr>
              <a:t>not the models. Eight undocumented issues had to be solved on this Windows box; all are now fixed and written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Four layers, two of them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91056"/>
            <a:ext cx="2595295" cy="21396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46504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244"/>
                </a:solidFill>
                <a:latin typeface="Segoe UI"/>
              </a:rPr>
              <a:t>1 ·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266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8A4C"/>
                </a:solidFill>
                <a:latin typeface="Segoe U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32304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profile.json, character bible,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content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8A4C"/>
                </a:solidFill>
                <a:latin typeface="Segoe UI"/>
              </a:rPr>
              <a:t>10 defined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8255" y="1591056"/>
            <a:ext cx="2595295" cy="21396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82847" y="1746504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244"/>
                </a:solidFill>
                <a:latin typeface="Segoe UI"/>
              </a:rPr>
              <a:t>2 ·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2847" y="2075688"/>
            <a:ext cx="2266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400"/>
                </a:solidFill>
                <a:latin typeface="Segoe UI"/>
              </a:rP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2847" y="2432304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Seed images per KOL;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face-lock LoRA not 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847" y="3291840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6400"/>
                </a:solidFill>
                <a:latin typeface="Segoe UI"/>
              </a:rPr>
              <a:t>6/10 have seeds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2" y="1591056"/>
            <a:ext cx="2595295" cy="21396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42734" y="1746504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244"/>
                </a:solidFill>
                <a:latin typeface="Segoe UI"/>
              </a:rPr>
              <a:t>3 ·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4" y="2075688"/>
            <a:ext cx="2266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8A4C"/>
                </a:solidFill>
                <a:latin typeface="Segoe UI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4" y="2432304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GPT-SoVITS v2Pro fine-tune,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served over HTTP :9880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2734" y="3291840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8A4C"/>
                </a:solidFill>
                <a:latin typeface="Segoe UI"/>
              </a:rPr>
              <a:t>verified ZH +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8029" y="1591056"/>
            <a:ext cx="2595295" cy="21396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02621" y="1746504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244"/>
                </a:solidFill>
                <a:latin typeface="Segoe UI"/>
              </a:rPr>
              <a:t>4 · Lip-sync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2621" y="2075688"/>
            <a:ext cx="2266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400"/>
                </a:solidFill>
                <a:latin typeface="Segoe UI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2621" y="2432304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LiveTalking + wav2lip,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WebRTC / OBS / RTMP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621" y="3291840"/>
            <a:ext cx="2266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6400"/>
                </a:solidFill>
                <a:latin typeface="Segoe UI"/>
              </a:rPr>
              <a:t>stock avatar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8678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5FD0"/>
                </a:solidFill>
                <a:latin typeface="Segoe UI"/>
              </a:rPr>
              <a:t>Data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15968"/>
            <a:ext cx="1087495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77824" y="4480560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4171A"/>
                </a:solidFill>
                <a:latin typeface="Segoe UI"/>
              </a:rPr>
              <a:t>text  →  LiveTalking :8010  →  GPT-SoVITS api_v2 :9880  →  cloned-voice audio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4171A"/>
                </a:solidFill>
                <a:latin typeface="Segoe UI"/>
              </a:rPr>
              <a:t>                                    ↳  wav2lip  →  h264 576×768 @30 fps  →  WebRTC / OBS / RTMP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4864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66E78"/>
                </a:solidFill>
                <a:latin typeface="Segoe UI"/>
              </a:rPr>
              <a:t>Three isolated Python environments are required — their dependencies genuinely conflict (numpy &lt;2 vs 2.x). They talk over HTTP, so they never need to share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New tooling, all tested on real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2216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766560"/>
                <a:gridCol w="1088136"/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voice_crawl/crawl.py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Podcast/video → training set: ASR word-timestamps, sentence-boundary slicing, 7-metric QC gate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voice_crawl/bootstrap_timbre.py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Synthesizes a consent-free voice corpus; exact transcripts, no ASR error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voice_crawl/corpus_builder.py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Generates 300+ unique bilingual utterances (in-domain + phonetically spread)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voice_crawl/train_gptsovits.py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Headless 6-step fine-tune (WebUI hides these behind Gradio callbacks)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livetalking/run_livetalking.ps1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Launches the avatar using the voice recorded in the KOL's profile.json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livetalking/verify_lipsync.py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Headless WebRTC client — proves lip-sync without needing a browser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dashboard/server.py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71A"/>
                          </a:solidFill>
                          <a:latin typeface="Segoe UI"/>
                        </a:rPr>
                        <a:t>Live tracker: pipeline state, dataset QC, service + GPU health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8A4C"/>
                          </a:solidFill>
                          <a:latin typeface="Segoe UI"/>
                        </a:rPr>
                        <a:t>Working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084064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6E78"/>
                </a:solidFill>
                <a:latin typeface="Segoe UI"/>
              </a:rPr>
              <a:t>Also fixed two pre-existing bugs that made the voice client unusable on Windows: it shelled out to the macOS-only `say` command, and read UTF-8 profiles with the system ANSI codepage — which crashed on every KOL with Chinese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RESULT ·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Verified by ASR round-trip, not by 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78"/>
                </a:solidFill>
                <a:latin typeface="Segoe UI"/>
              </a:rPr>
              <a:t>Synthesized audio was transcribed back and compared to the requested text: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6"/>
          <a:ext cx="10872216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/>
                <a:gridCol w="5029200"/>
                <a:gridCol w="5056632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Lang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Requested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Transcribed back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ZH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大家好，今天分享一個好物，這罐精華我用了三週。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大家好,今天分享一個好物這罐精華我用了三周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EN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Honestly, this is my favourite thing I have tried all month.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Honestly, this is my favorite thing I have tried all month.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5661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66E78"/>
                </a:solidFill>
                <a:latin typeface="Segoe UI"/>
              </a:rPr>
              <a:t>Only differences are punctuation and 週/周 + favourite/favorite — the ASR engine's own normalization, not synthesis errors. One timbre speaks both languages.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432511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304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77316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training clips accepted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3683" y="420624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59987" y="432511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154 / 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9987" y="477316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ZH / EN balance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8998" y="420624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15302" y="432511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v2Pro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302" y="477316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GPT-SoVITS model 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313" y="420624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70617" y="432511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e8 + e12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617" y="477316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SoVITS / GPT epochs kept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E78"/>
                </a:solidFill>
                <a:latin typeface="Segoe UI"/>
              </a:rPr>
              <a:t>Why the QC gate matters: when Chinese audio was force-labelled English, the ASR translated instead of transcribing — audio saying one thing, training label another. Confidence separated them cleanly (real 0.86–0.99 vs mislabelled 0.33–0.54).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RESULT · LIP-SYNC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Realtime avatar speaking the cloned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167335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244"/>
                </a:solidFill>
                <a:latin typeface="Segoe UI"/>
              </a:rPr>
              <a:t>150 / 297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video / audio frames received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55448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59987" y="167335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8A4C"/>
                </a:solidFill>
                <a:latin typeface="Segoe UI"/>
              </a:rPr>
              <a:t>707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9987" y="212140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voice first-chunk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155448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15302" y="167335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8A4C"/>
                </a:solidFill>
                <a:latin typeface="Segoe UI"/>
              </a:rPr>
              <a:t>5,307 MiB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302" y="212140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VRAM, both services resident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313" y="1554480"/>
            <a:ext cx="2609011" cy="9326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70617" y="1673352"/>
            <a:ext cx="233469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8A4C"/>
                </a:solidFill>
                <a:latin typeface="Segoe UI"/>
              </a:rPr>
              <a:t>6,920 MiB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617" y="2121408"/>
            <a:ext cx="23346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VRAM still free of 12,227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34640"/>
            <a:ext cx="1087495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F5FD0"/>
                </a:solidFill>
                <a:latin typeface="Segoe UI"/>
              </a:rPr>
              <a:t>▪  </a:t>
            </a:r>
            <a:r>
              <a:rPr sz="1250" b="1">
                <a:solidFill>
                  <a:srgbClr val="14171A"/>
                </a:solidFill>
                <a:latin typeface="Segoe UI"/>
              </a:rPr>
              <a:t>A/V is in sync. </a:t>
            </a:r>
            <a:r>
              <a:rPr sz="1250">
                <a:solidFill>
                  <a:srgbClr val="666E78"/>
                </a:solidFill>
                <a:latin typeface="Segoe UI"/>
              </a:rPr>
              <a:t>Recorded output: video 5.967 s vs audio 5.940 s, h264 576×768 @30 fps.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38144"/>
            <a:ext cx="1087495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F5FD0"/>
                </a:solidFill>
                <a:latin typeface="Segoe UI"/>
              </a:rPr>
              <a:t>▪  </a:t>
            </a:r>
            <a:r>
              <a:rPr sz="1250" b="1">
                <a:solidFill>
                  <a:srgbClr val="14171A"/>
                </a:solidFill>
                <a:latin typeface="Segoe UI"/>
              </a:rPr>
              <a:t>Both services fit on one 12 GB card. </a:t>
            </a:r>
            <a:r>
              <a:rPr sz="1250">
                <a:solidFill>
                  <a:srgbClr val="666E78"/>
                </a:solidFill>
                <a:latin typeface="Segoe UI"/>
              </a:rPr>
              <a:t>The earlier concern that GPT-SoVITS and LiveTalking could not co-exist was measured and disproved — no staging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41648"/>
            <a:ext cx="1087495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F5FD0"/>
                </a:solidFill>
                <a:latin typeface="Segoe UI"/>
              </a:rPr>
              <a:t>▪  </a:t>
            </a:r>
            <a:r>
              <a:rPr sz="1250" b="1">
                <a:solidFill>
                  <a:srgbClr val="14171A"/>
                </a:solidFill>
                <a:latin typeface="Segoe UI"/>
              </a:rPr>
              <a:t>Mixed-language lines render correctly. </a:t>
            </a:r>
            <a:r>
              <a:rPr sz="1250">
                <a:solidFill>
                  <a:srgbClr val="666E78"/>
                </a:solidFill>
                <a:latin typeface="Segoe UI"/>
              </a:rPr>
              <a:t>LiveTalking hardcoded Chinese for all text; patched to per-segment auto-detection, so "...一個好物 real talk" now speaks correctly inside one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45152"/>
            <a:ext cx="1087495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F5FD0"/>
                </a:solidFill>
                <a:latin typeface="Segoe UI"/>
              </a:rPr>
              <a:t>▪  </a:t>
            </a:r>
            <a:r>
              <a:rPr sz="1250" b="1">
                <a:solidFill>
                  <a:srgbClr val="14171A"/>
                </a:solidFill>
                <a:latin typeface="Segoe UI"/>
              </a:rPr>
              <a:t>The voice service is not optional. </a:t>
            </a:r>
            <a:r>
              <a:rPr sz="1250">
                <a:solidFill>
                  <a:srgbClr val="666E78"/>
                </a:solidFill>
                <a:latin typeface="Segoe UI"/>
              </a:rPr>
              <a:t>LiveTalking calls it per utterance — stopping it silently downgrades the avatar to a generic voice, so the launcher refuses to start without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41324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6400"/>
                </a:solidFill>
                <a:latin typeface="Segoe UI"/>
              </a:rPr>
              <a:t>Caveat: the face is LiveTalking's stock demo avatar, not the KOL's. See "Help needed".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DIFFICULTIES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Eight undocumented blockers — all now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17904"/>
          <a:ext cx="10872216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309360"/>
                <a:gridCol w="1362456"/>
              </a:tblGrid>
              <a:tr h="4846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Blocker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Root cause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Resolution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Training crashed instantly (0xC0000005)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Single-GPU DDP: its reducer hooks into backward and segfaults on the Windows gloo backend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Bypass DDP when 1 GPU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numba DLL refused to load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Windows Smart App Control blocks numba 0.66's binary — broke all audio resampling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Pin numba &lt;0.62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Two deps cannot compile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pyopenjtalk / jieba_fast are C extensions; no MSVC toolchain on this machine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Drop JA; shim jieba_fast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Audio decode failed in one step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torchaudio 2.11 delegates to torchcodec, which needs FFmpeg *shared* DLLs (static build installed)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Install shared FFmpeg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Steps 'succeeded' producing nothing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Upstream wraps per-clip work in bare except: — exit code 0 with empty output dirs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Assert artifact counts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Training finished, then lost the weights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Output dir is created by the WebUI, not the trainer → error after all epochs ran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Pre-create + recovery tool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Model weights only on Quark / Google Drive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No direct download URL for wav2lip weights; browser-gated hosts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Automated via gdown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RTX 5070 is Blackwell (sm_120)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Requires CUDA 12.8 wheels; older builds will not run at all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torch 2.11.0+cu128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94360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66E78"/>
                </a:solidFill>
                <a:latin typeface="Segoe UI"/>
              </a:rPr>
              <a:t>All eight are documented in tools/voice_crawl/README.md and tools/livetalking/README.md so they cost time once, not repeatedly.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HELP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Four decisions or inputs blocking further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17904"/>
            <a:ext cx="1087495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8" y="16642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A8640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655064"/>
            <a:ext cx="10051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244"/>
                </a:solidFill>
                <a:latin typeface="Segoe UI"/>
              </a:rPr>
              <a:t>The avatar needs the KOL's face — a video is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75104"/>
            <a:ext cx="10006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LiveTalking builds an avatar from a VIDEO, but every KOL currently has only still images. Options: (a) generate a short idle-motion clip from one portrait via image-to-video, (b) commission/record a real base video, or (c) accept a stock face for now. Needs a decision on which — (a) is the only fully local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24912"/>
            <a:ext cx="1087495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8712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62B2B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62072"/>
            <a:ext cx="10051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244"/>
                </a:solidFill>
                <a:latin typeface="Segoe UI"/>
              </a:rPr>
              <a:t>Rights decision: leftover real-person voice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182112"/>
            <a:ext cx="10006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kols/sofia-vargas/voice/ holds a dataset built from a podcast recording during pipeline testing. It conflicts with the synthetic-only policy chosen for this project. It was NOT deleted without approval — please confirm whether to remove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087495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07822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A8640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069080"/>
            <a:ext cx="10051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244"/>
                </a:solidFill>
                <a:latin typeface="Segoe UI"/>
              </a:rPr>
              <a:t>Multi-speaker audio is not yet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389120"/>
            <a:ext cx="10006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Speaker diarization is not wired in, so a two-host podcast would train a blended voice. Only single-speaker sources are safe today. Needed only if crawling real audio becomes the primary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38928"/>
            <a:ext cx="1087495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8" y="52852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A8640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276088"/>
            <a:ext cx="10051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244"/>
                </a:solidFill>
                <a:latin typeface="Segoe UI"/>
              </a:rPr>
              <a:t>Hardware ceiling for running everything at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596128"/>
            <a:ext cx="10006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Voice + lip-sync fit in 12 GB with ~6.9 GB free, but adding the LLM brain and image generation will not. Either stage components, or budget a larger card (24 GB) if simultaneous operation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Sequenced by dependency, not by preference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54480"/>
          <a:ext cx="10872216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5852160"/>
                <a:gridCol w="630936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now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Effort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Custom avatar with the KOL's face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The single biggest gap — the voice is hers, the face is not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LLM brain (Ollama + persona prompt)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Turns echo-mode into actual conversation; profiles already hold the persona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Face-lock LoRA for image generation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Consistent face across posts; unblocks the content pillars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L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Speaker diarization in crawl.py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Makes real multi-speaker audio safe to train on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Voices for the remaining 9 KOLs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Pipeline is proven; each run is now largely unattended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S each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Stream out to OBS / RTMP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Last step to an actually broadcastable AI KOL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3776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6E78"/>
                </a:solidFill>
                <a:latin typeface="Segoe UI"/>
              </a:rPr>
              <a:t>Recommended order: 1 → 2 gives a demonstrable talking, thinking KOL with her own face and voice — the shortest path to something presentable. 3 is the largest single investment and can run in parallel. Compliance reminder: AI disclosure is required in several markets, and TikTok has no official comment API, so automation must stay off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FD0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2244"/>
                </a:solidFill>
                <a:latin typeface="Segoe UI"/>
              </a:rPr>
              <a:t>Current system state (live at generation time)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74959" cy="9525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54480"/>
          <a:ext cx="10872216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"/>
                <a:gridCol w="5943600"/>
                <a:gridCol w="136245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GPT-SoVITS api_v2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9880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cloned voice (TTS)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8A4C"/>
                          </a:solidFill>
                          <a:latin typeface="Segoe UI"/>
                        </a:rPr>
                        <a:t>running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LiveTalking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8010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realtime lip-sync avatar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8A4C"/>
                          </a:solidFill>
                          <a:latin typeface="Segoe UI"/>
                        </a:rPr>
                        <a:t>running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Ollama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11434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71A"/>
                          </a:solidFill>
                          <a:latin typeface="Segoe UI"/>
                        </a:rPr>
                        <a:t>LLM brain (persona replies)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8A4C"/>
                          </a:solidFill>
                          <a:latin typeface="Segoe UI"/>
                        </a:rPr>
                        <a:t>running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34670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5FD0"/>
                </a:solidFill>
                <a:latin typeface="Segoe UI"/>
              </a:rPr>
              <a:t>KOL pipeline state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675888"/>
          <a:ext cx="10872215" cy="246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188720"/>
                <a:gridCol w="3017520"/>
                <a:gridCol w="1911095"/>
              </a:tblGrid>
              <a:tr h="2240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KOL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Images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Voice dataset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Voice trained</a:t>
                      </a:r>
                    </a:p>
                  </a:txBody>
                  <a:tcPr marL="82296" marR="64008" marT="27432" marB="27432" anchor="ctr">
                    <a:solidFill>
                      <a:srgbClr val="142244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Sofia Vargas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10 clips · 0.7 min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86400"/>
                          </a:solidFill>
                          <a:latin typeface="Segoe UI"/>
                        </a:rPr>
                        <a:t>dataset only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謝宜蓁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香香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photos_collected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Chloe Lin (林可昕)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Sienna Lai (賴思妍)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Brooke Sinclair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Mika Tran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Jax Calloway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Lena Chen (陳語彤)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304 clips · 28.7 min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8A4C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Lin Wan-Ching (林晚晴)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17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6E7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E78"/>
                </a:solidFill>
                <a:latin typeface="Segoe UI"/>
              </a:rPr>
              <a:t>GPU: NVIDIA GeForce RTX 5070 — 9,697 / 12,227 MiB used, 2,530 MiB 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